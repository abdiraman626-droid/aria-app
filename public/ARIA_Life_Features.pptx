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Calibri"/>
              </a:rPr>
              <a:t>ARIA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AI Assistant for Serious Professionals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A0A0A8"/>
                </a:solidFill>
                <a:latin typeface="Calibri"/>
              </a:rPr>
              <a:t>arialife.app</a:t>
            </a:r>
          </a:p>
        </p:txBody>
      </p:sp>
      <p:sp>
        <p:nvSpPr>
          <p:cNvPr id="7" name="Oval 6"/>
          <p:cNvSpPr/>
          <p:nvPr/>
        </p:nvSpPr>
        <p:spPr>
          <a:xfrm>
            <a:off x="9326880" y="1280160"/>
            <a:ext cx="2194560" cy="21945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0" y="2286000"/>
            <a:ext cx="146304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4A55"/>
                </a:solidFill>
                <a:latin typeface="Calibri"/>
              </a:rPr>
              <a:t>ARIA Life · arialife.app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4A55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What is ARIA Life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731520" cy="12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95351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78892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AI business assistant built for serious professionals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45643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29184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Handles emails, meetings, scheduling, and strategy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95935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79476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Voice-powered — speak naturally, no typing required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46227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29768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Available in English, Somali, Arabic, and Swahili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96519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80060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Web app at arialife.app · iOS and Android coming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4A55"/>
                </a:solidFill>
                <a:latin typeface="Calibri"/>
              </a:rPr>
              <a:t>ARIA Life · arialife.app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4A55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Calibri"/>
              </a:rPr>
              <a:t>FEATURE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Voice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731520" cy="12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95351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78892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Speak naturally to schedule meetings and tasks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45643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29184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No typing, no clicking — just talk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95935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79476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ARIA understands context and adds events instantly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46227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29768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WhatsApp reminder sent automatically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96519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80060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Works in all four supported languages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4A55"/>
                </a:solidFill>
                <a:latin typeface="Calibri"/>
              </a:rPr>
              <a:t>ARIA Life · arialife.app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4A55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FEATURE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Email AI Summaries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731520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953512"/>
            <a:ext cx="118872" cy="1188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78892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Connects securely to your Gmail inbox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456432"/>
            <a:ext cx="118872" cy="1188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29184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Summarizes every email in one clear sentence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959352"/>
            <a:ext cx="118872" cy="1188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79476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50 emails processed in seconds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462272"/>
            <a:ext cx="118872" cy="1188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29768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Surfaces who sent it, what they need, and the action required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965192"/>
            <a:ext cx="118872" cy="1188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80060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Read the highlights, skip the noise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4A55"/>
                </a:solidFill>
                <a:latin typeface="Calibri"/>
              </a:rPr>
              <a:t>ARIA Life · arialife.app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4A55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Calibri"/>
              </a:rPr>
              <a:t>FEATURE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Meeting Recorder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731520" cy="12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95351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78892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One-tap recording for any meeting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45643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29184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Automatic transcription via AssemblyAI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95935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79476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AI-generated summary with key decisions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46227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29768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Action items extracted and assignable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96519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80060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Searchable history of every meeting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4A55"/>
                </a:solidFill>
                <a:latin typeface="Calibri"/>
              </a:rPr>
              <a:t>ARIA Life · arialife.app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4A55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FEATURE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AI Strategy Chat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731520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953512"/>
            <a:ext cx="118872" cy="1188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78892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Type or speak any business question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456432"/>
            <a:ext cx="118872" cy="1188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29184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Powered by Claude AI from Anthropic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959352"/>
            <a:ext cx="118872" cy="1188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79476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Expert answers in seconds, like a 24/7 consultant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462272"/>
            <a:ext cx="118872" cy="1188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29768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Save and export every conversation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965192"/>
            <a:ext cx="118872" cy="1188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80060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Follow-up questions remember full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4A55"/>
                </a:solidFill>
                <a:latin typeface="Calibri"/>
              </a:rPr>
              <a:t>ARIA Life · arialife.app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4A55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Calibri"/>
              </a:rPr>
              <a:t>STRATEGY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What You Can 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731520" cy="12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95351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78892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Write a 12-month business plan for my startup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45643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29184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Build a marketing strategy targeting SMEs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95935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79476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Run a competitor analysis on three rivals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46227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29768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Project monthly revenue and operating costs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96519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80060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Draft a professional email for a difficult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4A55"/>
                </a:solidFill>
                <a:latin typeface="Calibri"/>
              </a:rPr>
              <a:t>ARIA Life · arialife.app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4A55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AI Strategy in Four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731520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953512"/>
            <a:ext cx="118872" cy="1188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78892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You ask — type or speak a business question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456432"/>
            <a:ext cx="118872" cy="1188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29184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ARIA forwards your question to Claude AI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959352"/>
            <a:ext cx="118872" cy="1188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79476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Claude analyzes context and crafts a tailored answer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462272"/>
            <a:ext cx="118872" cy="1188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29768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Response is displayed instantly inside the app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965192"/>
            <a:ext cx="118872" cy="1188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80060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Follow-up questions supported in the same thread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4A55"/>
                </a:solidFill>
                <a:latin typeface="Calibri"/>
              </a:rPr>
              <a:t>ARIA Life · arialife.app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4A55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Calibri"/>
              </a:rPr>
              <a:t>FEATURE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WhatsApp Reminders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731520" cy="12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95351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78892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Reminders sent directly to your WhatsApp number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45643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29184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No new app to download — uses what you already have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95935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79476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Powered by WasenderAPI for reliable delivery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46227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29768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Works with regular WhatsApp, no Business account needed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96519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80060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Available on Corporate Mini and above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4A55"/>
                </a:solidFill>
                <a:latin typeface="Calibri"/>
              </a:rPr>
              <a:t>ARIA Life · arialife.app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4A55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FEATURE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Smart Calendar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731520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953512"/>
            <a:ext cx="118872" cy="1188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78892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Built-in calendar with manual scheduling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456432"/>
            <a:ext cx="118872" cy="1188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29184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Two-way Google Calendar sync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959352"/>
            <a:ext cx="118872" cy="1188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79476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Add events by voice or by tap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462272"/>
            <a:ext cx="118872" cy="1188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29768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Unified view of all events from every source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965192"/>
            <a:ext cx="118872" cy="1188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80060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Color-coded by type and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4A55"/>
                </a:solidFill>
                <a:latin typeface="Calibri"/>
              </a:rPr>
              <a:t>ARIA Life · arialife.app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4A55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Calibri"/>
              </a:rPr>
              <a:t>FEATURE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Multi-Language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731520" cy="12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95351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78892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English — primary interface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45643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29184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Somali — full UI and voice translation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95935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79476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Arabic — right-to-left layout supported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46227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29768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Swahili — full UI and voice translation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965192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80060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Switch instantly in Settings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4A55"/>
                </a:solidFill>
                <a:latin typeface="Calibri"/>
              </a:rPr>
              <a:t>ARIA Life · arialife.app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4A55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GET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Try ARIA Life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731520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953512"/>
            <a:ext cx="118872" cy="1188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78892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Visit arialife.app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456432"/>
            <a:ext cx="118872" cy="1188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29184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Sign in with Google in seconds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959352"/>
            <a:ext cx="118872" cy="1188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79476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7-day free trial on every plan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462272"/>
            <a:ext cx="118872" cy="1188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29768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No credit card required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965192"/>
            <a:ext cx="118872" cy="1188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800600"/>
            <a:ext cx="10222992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Calibri"/>
              </a:rPr>
              <a:t>Cancel anytime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4A55"/>
                </a:solidFill>
                <a:latin typeface="Calibri"/>
              </a:rPr>
              <a:t>ARIA Life · arialife.app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4A55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